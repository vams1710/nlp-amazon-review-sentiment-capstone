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Arial"/>
              </a:rPr>
              <a:t>Review count by sentiment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4A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Positive (1)</c:v>
                  </c:pt>
                  <c:pt idx="1">
                    <c:v>Negative (0)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15230</c:v>
                </c:pt>
                <c:pt idx="1">
                  <c:v>4766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BoW +
Naive Bayes</c:v>
                  </c:pt>
                  <c:pt idx="1">
                    <c:v>TF-IDF +
Naive Bayes</c:v>
                  </c:pt>
                  <c:pt idx="2">
                    <c:v>TF-IDF +
Logistic Regression</c:v>
                  </c:pt>
                  <c:pt idx="3">
                    <c:v>BoW +
Logistic Regression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0.8975</c:v>
                </c:pt>
                <c:pt idx="1">
                  <c:v>0.8665</c:v>
                </c:pt>
                <c:pt idx="2">
                  <c:v>0.8995</c:v>
                </c:pt>
                <c:pt idx="3">
                  <c:v>0.902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Negative-class F1</c:v>
                </c:pt>
              </c:strCache>
            </c:strRef>
          </c:tx>
          <c:spPr>
            <a:solidFill>
              <a:srgbClr val="7C4A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BoW +
Naive Bayes</c:v>
                  </c:pt>
                  <c:pt idx="1">
                    <c:v>TF-IDF +
Naive Bayes</c:v>
                  </c:pt>
                  <c:pt idx="2">
                    <c:v>TF-IDF +
Logistic Regression</c:v>
                  </c:pt>
                  <c:pt idx="3">
                    <c:v>BoW +
Logistic Regression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0.7948</c:v>
                </c:pt>
                <c:pt idx="1">
                  <c:v>0.6322</c:v>
                </c:pt>
                <c:pt idx="2">
                  <c:v>0.8041</c:v>
                </c:pt>
                <c:pt idx="3">
                  <c:v>0.8065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C9A27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BoW +
Naive Bayes</c:v>
                  </c:pt>
                  <c:pt idx="1">
                    <c:v>TF-IDF +
Naive Bayes</c:v>
                  </c:pt>
                  <c:pt idx="2">
                    <c:v>TF-IDF +
Logistic Regression</c:v>
                  </c:pt>
                  <c:pt idx="3">
                    <c:v>BoW +
Logistic Regression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0.8632</c:v>
                </c:pt>
                <c:pt idx="1">
                  <c:v>0.7753</c:v>
                </c:pt>
                <c:pt idx="2">
                  <c:v>0.8683</c:v>
                </c:pt>
                <c:pt idx="3">
                  <c:v>0.8704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problem: businesses cannot read thousands of reviews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Amazon Appstore style reviews. Scope was set to positive vs negative because the dataset labels are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Imbalance means we report precision, recall and F1, not only accuracy. There are no product, date or rating columns, so insights come from text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 + Naive Bayes looks fine on accuracy (86.7%) but recalls only 48% of negative reviews, because Naive Bayes favours the majority class. Logistic Regression with balanced class weights fixes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names are our interpretation of the top words. Keyword counts in negative reviews: mentions of Kindle 14%, free 11%, waste 9%, "not work" 8%, force (force close) 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Sentiment Analysis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Amazon app reviews and uncovering common customer concerns using NLP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24INFS7101  NLP and Text Analytics in Business  |  Capstone Project (A2)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(Finance &amp; Business Analytics)  |  GITAM School of Business, Hyderabad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Context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receive thousands of reviews; reading them manually is slow and inconsistent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complaints are noticed late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hurts satisfaction and retention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to ~20,000 Amazon app reviews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review as positive or negative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main complaint themes so management can prioritise fixes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normalise raw review 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325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sentiment with BoW/TF-IDF + Naive Bayes and Logistic Regression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325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complaint themes with keyword analysis and LDA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325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data-backed actions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app reviews  |  2 columns: review text and sentiment label (1 = positive, 0 = negative)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19,996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no missing values or duplicates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/ 24%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53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 negative (imbalanced)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05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words per review (max 61)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0" y="12801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NLP Pipeline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decode HTML, remove URLs and symbols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6304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258568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&amp; filter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26060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removal; negations (not, no, never) kept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5616" y="146304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22776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922776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22776" y="26060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and TF-IDF with unigrams + bigrams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9824" y="146304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86984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586984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86984" y="26060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and Logistic Regression, 80/20 stratified split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14032" y="146304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51192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251192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26060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terms per class; LDA topics on negative reviews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negation words matters: "not worth" and "not recommend" are among the strongest negative signals.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20% of reviews (about 4,000), stratified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+ Logistic Regression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1031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90.2%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recall 85.7%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precision 76.1%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F1 0.81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balanced for the 76/24 split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Sentiment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Logistic Regression terms (TF-IDF model) and confusion matrix (best model)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signals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deleted, not worth, boring, uninstalled, waste, stupid, useless, fix, sucks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signals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love, great, awesome, easy, best, fun, perfect, works, excellent, addictive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6304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catches 817 of 953 negative reviews (85.7%). Some errors come from mixed or sarcastic wording, and 256 positive reviews were flagged as negative.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Concerns: LDA Topics in Negative Reviews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topics from 4,766 negative reviews; share = reviews where the topic dominates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533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install and crashes on device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35331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kindle, work, tried, time, screen, force, phone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0299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0116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and money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116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waste, stupid, buy, hate, money, dont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88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6700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paid version, platform (Android/Amazon)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700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phone, amazon, version, android, need, 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346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32841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gameplay and Kindle compatibility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3284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kindle, bad, work, no, good, boring, say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005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39867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other-app expectations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98678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use, good, videos, thought, download, video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technical reliability first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Downloads, installs and force-closes form the largest complaint theme (27%). Prioritise device compatibility testing, especially Kindle.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the monetisation message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paid confusion appears in 18% of negative topics. State clearly what is free and what costs money before download.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 perceived poor value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"Waste of time/money" is 22% of complaints. Improve onboarding and early gameplay so users see value quickly.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review monitoring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classifier to flag negative reviews and track theme shares each release.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Ethics &amp; Future 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 Analytics in Business  |  GITAM School of Business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EAE3"/>
          </a:solidFill>
          <a:ln w="12700">
            <a:solidFill>
              <a:srgbClr val="F3E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ethics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labels only; no neutral class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76/24 imbalance; labels assumed to come from star ratings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or date fields, so no trend analysis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public text; no personal data was used, but real deployments need privacy review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4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lexicon baseline (VADER) and a transformer model (BERT)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neutral class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Lemmatisation and aspect-based sentiment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live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Bag of Words classifies reviews with 90.2% accuracy and catches 86% of negative reviews.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cluster into technical failures, wasted time and money, and free vs paid confusion.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review analysis lets management act on issues earlier.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Review Sentiment Analysis</dc:title>
  <dc:subject>PptxGenJS Presentation</dc:subject>
  <dc:creator>PptxGenJS</dc:creator>
  <cp:lastModifiedBy>PptxGenJS</cp:lastModifiedBy>
  <cp:revision>1</cp:revision>
  <dcterms:created xsi:type="dcterms:W3CDTF">2026-09-29T12:36:04Z</dcterms:created>
  <dcterms:modified xsi:type="dcterms:W3CDTF">2026-09-29T12:36:04Z</dcterms:modified>
</cp:coreProperties>
</file>